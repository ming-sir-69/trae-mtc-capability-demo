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MTC_&#22797;&#26434;Excel&#27169;&#22411;.xlsx" TargetMode="External"/><Relationship Id="rId2" Type="http://schemas.openxmlformats.org/officeDocument/2006/relationships/hyperlink" Target="MTC_&#22797;&#26434;Excel&#27169;&#22411;.xlsx" TargetMode="External"/><Relationship Id="rId3" Type="http://schemas.openxmlformats.org/officeDocument/2006/relationships/hyperlink" Target="interactive/3D_&#21487;&#20132;&#20114;&#38144;&#21806;&#20202;&#34920;&#30424;.html" TargetMode="External"/><Relationship Id="rId4" Type="http://schemas.openxmlformats.org/officeDocument/2006/relationships/hyperlink" Target="interactive/3D_&#21487;&#20132;&#20114;&#38144;&#21806;&#20202;&#34920;&#30424;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TC_&#22797;&#26434;Excel&#27169;&#22411;.xlsx" TargetMode="External"/><Relationship Id="rId3" Type="http://schemas.openxmlformats.org/officeDocument/2006/relationships/hyperlink" Target="MTC_&#22797;&#26434;Excel&#27169;&#22411;.xlsx" TargetMode="External"/><Relationship Id="rId1" Type="http://schemas.openxmlformats.org/officeDocument/2006/relationships/image" Target="../media/image-5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TC_&#22797;&#26434;Excel&#27169;&#22411;.xlsx" TargetMode="External"/><Relationship Id="rId3" Type="http://schemas.openxmlformats.org/officeDocument/2006/relationships/hyperlink" Target="MTC_&#22797;&#26434;Excel&#27169;&#22411;.xlsx" TargetMode="External"/><Relationship Id="rId1" Type="http://schemas.openxmlformats.org/officeDocument/2006/relationships/image" Target="../media/image-6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interactive/3D_&#21487;&#20132;&#20114;&#38144;&#21806;&#20202;&#34920;&#30424;.html" TargetMode="External"/><Relationship Id="rId6" Type="http://schemas.openxmlformats.org/officeDocument/2006/relationships/hyperlink" Target="interactive/3D_&#21487;&#20132;&#20114;&#38144;&#21806;&#20202;&#34920;&#30424;.html" TargetMode="External"/><Relationship Id="rId1" Type="http://schemas.openxmlformats.org/officeDocument/2006/relationships/image" Target="../media/image-7-1.png"/><Relationship Id="rId2" Type="http://schemas.openxmlformats.org/officeDocument/2006/relationships/video" Target="../media/media-7-2.mp4"/><Relationship Id="rId3" Type="http://schemas.microsoft.com/office/2007/relationships/media" Target="../media/media-7-2.mp4"/><Relationship Id="rId4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MTC_&#22797;&#26434;Excel&#27169;&#22411;.xlsx" TargetMode="External"/><Relationship Id="rId2" Type="http://schemas.openxmlformats.org/officeDocument/2006/relationships/hyperlink" Target="MTC_&#22797;&#26434;Excel&#27169;&#22411;.xls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E40A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60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· MTC 能力演示（可核验）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04672" y="19019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包含：复杂 Excel + 自动生成 PPT + 视频/交互图表/超链接入口（2026-04-12）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5669280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>
            <a:hlinkClick r:id="rId1" tooltip=""/>
          </p:cNvPr>
          <p:cNvSpPr/>
          <p:nvPr/>
        </p:nvSpPr>
        <p:spPr>
          <a:xfrm>
            <a:off x="777240" y="3794760"/>
            <a:ext cx="237744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941832" y="390448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Excel 示例</a:t>
            </a:r>
            <a:endParaRPr lang="en-US" sz="1400" dirty="0"/>
          </a:p>
        </p:txBody>
      </p:sp>
      <p:sp>
        <p:nvSpPr>
          <p:cNvPr id="9" name="Shape 7">
            <a:hlinkClick r:id="rId3" tooltip=""/>
          </p:cNvPr>
          <p:cNvSpPr/>
          <p:nvPr/>
        </p:nvSpPr>
        <p:spPr>
          <a:xfrm>
            <a:off x="3291840" y="3794760"/>
            <a:ext cx="292608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3456432" y="39044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3D 交互页面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提示：上述按钮为相对路径超链接（与本 PPT 同目录/子目录）。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我还能输出哪些“不同形式”的成果？（不仅限 Excel/PPT/论文综述）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57784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常见交付形式（MTC &amp; Code 通用）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691640"/>
            <a:ext cx="506577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Excel（复杂公式/图表/条件格式/多表联动）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PowerPoint（高质版式/图文混排/视频/链接）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/ PDF（正式文档/排版/提取/修订）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Markdown / HTML（可发布的网页式报告）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数据图表图片（用于报告/PPT）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代码/脚本（自动化生成、批处理、复现与验收）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本地可交互可视化（HTML/Plotly，作为“可交互图表”的可核验实现）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097280"/>
            <a:ext cx="512064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298448"/>
            <a:ext cx="4608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你关心的“进阶能力”怎么落地？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02552" y="1691640"/>
            <a:ext cx="460857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风格：可按设计系统统一色板/字体/间距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位置：所有元素坐标可精确控制（框图、图标、图片）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媒体：可插入图片/视频（本次演示已内嵌 mp4）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链接：PPT 内按钮/图标可跳转到 Excel/HTML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交互：PPT 原生交互较弱，通常用“跳转到本地 HTML/网页”实现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可调用能力（来自系统提示词：工具 + Skills）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8813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25880"/>
            <a:ext cx="102412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工具（Tools）：Read / apply_patch / RunCommand / WebSearch / WebFetch / Grep / Glob / LS / Task / AskUserQuestion / TodoWrite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Skills（部分）：pptx（PptxGenJS 生成） / xlsx（openpyxl+pandas+LibreOffice 公式回算） / docx / pdf / chart-visualization / webapp-testing 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关键限制：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写文件必须用 apply_patch；命令行只负责运行、生成二进制产物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WebFetch/WebSearch 如遇域名限制，不能绕过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可生成演示用视频；但无法替代真实 OS 级录屏证据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官方介绍对齐（TRAE SOLO：MTC &amp; Code 双模式）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0460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摘录（官方文档）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691640"/>
            <a:ext cx="104607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“TRAE SOLO 是一款 AI 原生工作台……并设有 More Than Coding (MTC) 与 Code 双模式。”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“MTC 模式：面向非开发相关的用户……尤其适合处理文档、数据、演示稿等。”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来源：https://docs.trae.cn/solo/what-is-trae-solo?_lang=zh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7280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721608"/>
            <a:ext cx="10460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本次演示对应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114800"/>
            <a:ext cx="10460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Excel：用复杂函数 + 多表联动 + 图表/条件格式搭出“公式驱动仪表盘”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PPT：自动版式 + 嵌入视频 + 可跳转链接（Excel / 交互 HTML）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可交互：用本地 HTML（Plotly）实现可旋转/缩放的 3D 图表（PPT 内给入口）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可核验：所有产物均在同一目录，点击即可打开验证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Excel：复杂模型与公式驱动仪表盘（可核验）</a:t>
            </a:r>
            <a:endParaRPr lang="en-US" sz="2000" dirty="0"/>
          </a:p>
        </p:txBody>
      </p:sp>
      <p:pic>
        <p:nvPicPr>
          <p:cNvPr id="4" name="Image 0" descr="/sessions/69da9bc93eabb37ce6452fc8/workspace/MTC/assets/excel_preview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5715000" cy="5669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960120"/>
            <a:ext cx="512064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2552" y="1161288"/>
            <a:ext cx="4608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你可以核验的点（打开 Excel 后）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02552" y="1554480"/>
            <a:ext cx="46085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切换【区域选择】下拉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月度收入/环比/图表联动变化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公式覆盖：SUMIFS / INDEX+MATCH / IFERROR / STDEV.S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条件格式：环比红绿渐变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LibreOffice 公式回算：已验证 0 错误</a:t>
            </a:r>
            <a:endParaRPr lang="en-US" sz="1250" dirty="0"/>
          </a:p>
        </p:txBody>
      </p:sp>
      <p:sp>
        <p:nvSpPr>
          <p:cNvPr id="8" name="Shape 5">
            <a:hlinkClick r:id="rId2" tooltip=""/>
          </p:cNvPr>
          <p:cNvSpPr/>
          <p:nvPr/>
        </p:nvSpPr>
        <p:spPr>
          <a:xfrm>
            <a:off x="6446520" y="4160520"/>
            <a:ext cx="512064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>
            <a:hlinkClick r:id="rId3" tooltip=""/>
          </p:cNvPr>
          <p:cNvSpPr/>
          <p:nvPr/>
        </p:nvSpPr>
        <p:spPr>
          <a:xfrm>
            <a:off x="6611112" y="4270248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点击：打开 Excel 文件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4709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备注：本页截图来自自动化导出（Excel → PDF → 图片）。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Excel：图表与汇总视图（同样由公式驱动）</a:t>
            </a:r>
            <a:endParaRPr lang="en-US" sz="2000" dirty="0"/>
          </a:p>
        </p:txBody>
      </p:sp>
      <p:pic>
        <p:nvPicPr>
          <p:cNvPr id="4" name="Image 0" descr="/sessions/69da9bc93eabb37ce6452fc8/workspace/MTC/assets/excel_preview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10561320" cy="5577840"/>
          </a:xfrm>
          <a:prstGeom prst="rect">
            <a:avLst/>
          </a:prstGeom>
        </p:spPr>
      </p:pic>
      <p:sp>
        <p:nvSpPr>
          <p:cNvPr id="5" name="Shape 2">
            <a:hlinkClick r:id="rId2" tooltip=""/>
          </p:cNvPr>
          <p:cNvSpPr/>
          <p:nvPr/>
        </p:nvSpPr>
        <p:spPr>
          <a:xfrm>
            <a:off x="822960" y="6355080"/>
            <a:ext cx="237744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987552" y="646480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Excel 文件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炫酷立体：3D 图表（视频 + 可交互 HTML）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806440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pic>
        <p:nvPicPr>
          <p:cNvPr id="5" name="Image 0" descr="/sessions/69da9bc93eabb37ce6452fc8/workspace/MTC/assets/3D_图表旋转封面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70432"/>
            <a:ext cx="55138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437083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左侧：合成演示视频封面（用于展示 3D 动效）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29400" y="1005840"/>
            <a:ext cx="4919472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02552" y="1078992"/>
            <a:ext cx="4773168" cy="31455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4370832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右侧：已内嵌 mp4（可直接播放）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4800600"/>
            <a:ext cx="1097280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5001768"/>
            <a:ext cx="10460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“可交互”如何核验？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96112" y="5394960"/>
            <a:ext cx="104607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原生交互有限，因此采用更可核验/更强的方式：提供本地 HTML（Plotly）。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打开后支持：旋转/缩放/悬浮提示/下拉切换区域与指标。</a:t>
            </a:r>
            <a:endParaRPr lang="en-US" sz="1250" dirty="0"/>
          </a:p>
        </p:txBody>
      </p:sp>
      <p:sp>
        <p:nvSpPr>
          <p:cNvPr id="13" name="Shape 9">
            <a:hlinkClick r:id="rId5" tooltip=""/>
          </p:cNvPr>
          <p:cNvSpPr/>
          <p:nvPr/>
        </p:nvSpPr>
        <p:spPr>
          <a:xfrm>
            <a:off x="6629400" y="6053328"/>
            <a:ext cx="498348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>
            <a:hlinkClick r:id="rId6" tooltip=""/>
          </p:cNvPr>
          <p:cNvSpPr/>
          <p:nvPr/>
        </p:nvSpPr>
        <p:spPr>
          <a:xfrm>
            <a:off x="6793992" y="6163056"/>
            <a:ext cx="4654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点击：打开 3D 交互页面（HTML）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Excel “插入到 PPT 里”（对象图标）的可核验实现与边界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0460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结论（坦诚说明边界）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691640"/>
            <a:ext cx="10460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Office 客户端里手动“插入对象(OLE)→Excel 工作表”可以做到“图标 + 双击打开”。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但在自动化生成 pptx 的通用库中，OLE 打包/图标渲染的跨平台兼容性通常不稳定。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因此本演示采用更稳、更可核验的替代：PPT 内放置“图标按钮 + 超链接到同目录 Excel”。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9728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703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附件入口（模拟 OLE 图标行为）</a:t>
            </a:r>
            <a:endParaRPr lang="en-US" sz="1600" dirty="0"/>
          </a:p>
        </p:txBody>
      </p:sp>
      <p:sp>
        <p:nvSpPr>
          <p:cNvPr id="9" name="Shape 7">
            <a:hlinkClick r:id="rId1" tooltip=""/>
          </p:cNvPr>
          <p:cNvSpPr/>
          <p:nvPr/>
        </p:nvSpPr>
        <p:spPr>
          <a:xfrm>
            <a:off x="960120" y="4160520"/>
            <a:ext cx="310896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1097280" y="4370832"/>
            <a:ext cx="283464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XLSX 附件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MTC_复杂Excel模型.xlsx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（点击打开）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42519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验证方式：把 PPT 和 Excel 放在同一文件夹，点击即可打开。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8006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如果铭哥确实强依赖 OLE 嵌入：我也可以给出“手动步骤 + 注意事项”来确保最终在本机稳定呈现。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最终核验清单（你可以逐条验证我说的是否属实）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0460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建议的验收顺序（5 分钟完成）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691640"/>
            <a:ext cx="1046073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打开 `MTC_复杂Excel模型.xlsx` → Analysis 表：切换区域下拉，观察表格/图表联动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打开 `MTC_能力演示.pptx`：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点击“打开 Excel 示例”按钮是否能跳转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第 7 页播放内嵌视频是否正常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点击“打开 3D 交互页面”是否能打开 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双击打开 `interactive/3D_可交互销售仪表盘.html`：旋转 3D 曲面、缩放、切换区域/指标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如果以上都成立，则说明：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我确实能自动生成复杂 Excel 与高质量 PPT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我确实能生成并嵌入视频/图片/链接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“可交互图表”可通过本地 HTML 方式稳定落地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附录：本次生成的文件（都在同一目录下）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0460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文件清单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691640"/>
            <a:ext cx="1046073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MTC_能力演示.pptx（本文件）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MTC_复杂Excel模型.xlsx（复杂函数 + 图表 + 条件格式）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interactive/3D_可交互销售仪表盘.html（Plotly 可交互 3D）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assets/3D_图表旋转演示.mp4（合成演示视频，可在 PPT 播放）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assets/excel_preview-18.jpg / excel_preview-19.jpg（Excel 截图）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project_context/*（需求/证据/设计系统/能力边界说明）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TRAE SOLO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SOLO (MTC demo)</dc:creator>
  <cp:lastModifiedBy>SOLO (MTC demo)</cp:lastModifiedBy>
  <cp:revision>1</cp:revision>
  <dcterms:created xsi:type="dcterms:W3CDTF">2026-04-11T19:16:55Z</dcterms:created>
  <dcterms:modified xsi:type="dcterms:W3CDTF">2026-04-11T19:16:55Z</dcterms:modified>
</cp:coreProperties>
</file>